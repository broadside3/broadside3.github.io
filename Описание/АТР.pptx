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523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891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52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47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533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19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32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366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3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5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54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DD522-181A-4E18-9871-4249B2C5F976}" type="datetimeFigureOut">
              <a:rPr lang="ru-RU" smtClean="0"/>
              <a:t>17.11.2021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381F4-FEF2-4233-BAA4-20258D854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03484" y="861619"/>
            <a:ext cx="2076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ремонтные работы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03484" y="1485873"/>
            <a:ext cx="2699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сервисное обслуживание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57603" y="218876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подключение технологического и производственного оборудования:</a:t>
            </a:r>
          </a:p>
          <a:p>
            <a:r>
              <a:rPr lang="en-US" dirty="0" smtClean="0"/>
              <a:t>ORWAK, </a:t>
            </a:r>
            <a:r>
              <a:rPr lang="en-US" dirty="0" err="1" smtClean="0"/>
              <a:t>Bramidan</a:t>
            </a:r>
            <a:r>
              <a:rPr lang="en-US" dirty="0" smtClean="0"/>
              <a:t>, JAC, </a:t>
            </a:r>
            <a:r>
              <a:rPr lang="en-US" dirty="0" err="1" smtClean="0"/>
              <a:t>Modial</a:t>
            </a:r>
            <a:r>
              <a:rPr lang="en-US" dirty="0" smtClean="0"/>
              <a:t> </a:t>
            </a:r>
            <a:r>
              <a:rPr lang="en-US" dirty="0" err="1" smtClean="0"/>
              <a:t>Forni</a:t>
            </a:r>
            <a:r>
              <a:rPr lang="en-US" dirty="0" smtClean="0"/>
              <a:t>, </a:t>
            </a:r>
            <a:r>
              <a:rPr lang="en-US" dirty="0" err="1" smtClean="0"/>
              <a:t>Bongarg</a:t>
            </a:r>
            <a:r>
              <a:rPr lang="en-US" dirty="0" smtClean="0"/>
              <a:t>, </a:t>
            </a:r>
            <a:r>
              <a:rPr lang="en-US" dirty="0" err="1" smtClean="0"/>
              <a:t>Ubert</a:t>
            </a:r>
            <a:r>
              <a:rPr lang="en-US" dirty="0" smtClean="0"/>
              <a:t>, </a:t>
            </a:r>
            <a:r>
              <a:rPr lang="en-US" dirty="0" err="1" smtClean="0"/>
              <a:t>Unox</a:t>
            </a:r>
            <a:r>
              <a:rPr lang="en-US" dirty="0" smtClean="0"/>
              <a:t>, Rational, </a:t>
            </a:r>
            <a:r>
              <a:rPr lang="en-US" dirty="0" err="1" smtClean="0"/>
              <a:t>Sikom</a:t>
            </a:r>
            <a:r>
              <a:rPr lang="en-US" dirty="0" smtClean="0"/>
              <a:t>, Robot Coup, GAM, Conti, ABAT,</a:t>
            </a:r>
          </a:p>
          <a:p>
            <a:r>
              <a:rPr lang="en-US" dirty="0" err="1" smtClean="0"/>
              <a:t>Alpatech</a:t>
            </a:r>
            <a:r>
              <a:rPr lang="en-US" dirty="0" smtClean="0"/>
              <a:t>, </a:t>
            </a:r>
            <a:r>
              <a:rPr lang="en-US" dirty="0" err="1" smtClean="0"/>
              <a:t>Lainox</a:t>
            </a:r>
            <a:r>
              <a:rPr lang="en-US" dirty="0" smtClean="0"/>
              <a:t>, KitchenAid, Z </a:t>
            </a:r>
            <a:r>
              <a:rPr lang="en-US" dirty="0" err="1" smtClean="0"/>
              <a:t>Matik</a:t>
            </a:r>
            <a:r>
              <a:rPr lang="en-US" dirty="0" smtClean="0"/>
              <a:t>, </a:t>
            </a:r>
            <a:r>
              <a:rPr lang="ru-RU" dirty="0" smtClean="0"/>
              <a:t>КТ.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301368" y="788438"/>
            <a:ext cx="3809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продажа з/ч ( в наличии и под заказ)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622931" y="1435960"/>
            <a:ext cx="12637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изготовление </a:t>
            </a:r>
            <a:r>
              <a:rPr lang="ru-RU" dirty="0" err="1" smtClean="0"/>
              <a:t>ТЭНов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699121" y="20527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изготовление </a:t>
            </a:r>
            <a:r>
              <a:rPr lang="ru-RU" dirty="0" err="1" smtClean="0"/>
              <a:t>транспортёрных</a:t>
            </a:r>
            <a:r>
              <a:rPr lang="ru-RU" dirty="0" smtClean="0"/>
              <a:t> лент (тестораскаточные машины , </a:t>
            </a:r>
            <a:r>
              <a:rPr lang="ru-RU" dirty="0" err="1" smtClean="0"/>
              <a:t>багетницы</a:t>
            </a:r>
            <a:r>
              <a:rPr lang="ru-RU" dirty="0" smtClean="0"/>
              <a:t>, кассовые боксы и др.)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7368574" y="2761813"/>
            <a:ext cx="1868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изготовление з/ч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995342" y="3409335"/>
            <a:ext cx="27517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восстановление агрегатов</a:t>
            </a:r>
            <a:endParaRPr lang="ru-RU" dirty="0" smtClean="0"/>
          </a:p>
        </p:txBody>
      </p:sp>
      <p:sp>
        <p:nvSpPr>
          <p:cNvPr id="13" name="Прямоугольник 12"/>
          <p:cNvSpPr/>
          <p:nvPr/>
        </p:nvSpPr>
        <p:spPr>
          <a:xfrm>
            <a:off x="5571393" y="379945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ремонт  лентопротяжных механизмов для кассовых боксов (механика, автоматика)</a:t>
            </a:r>
            <a:endParaRPr lang="ru-RU" dirty="0" smtClean="0"/>
          </a:p>
        </p:txBody>
      </p:sp>
      <p:sp>
        <p:nvSpPr>
          <p:cNvPr id="14" name="Прямоугольник 13"/>
          <p:cNvSpPr/>
          <p:nvPr/>
        </p:nvSpPr>
        <p:spPr>
          <a:xfrm>
            <a:off x="6096000" y="470244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ремонт и обслуживание торговых аквариумов и витрин для раков - систем подачи воздуха, воды, холодильных установок, замена песка в фильтре, химическая обработка аквариума - Добавим фото</a:t>
            </a:r>
            <a:endParaRPr lang="ru-RU" dirty="0" smtClean="0"/>
          </a:p>
        </p:txBody>
      </p:sp>
      <p:sp>
        <p:nvSpPr>
          <p:cNvPr id="15" name="Прямоугольник 14"/>
          <p:cNvSpPr/>
          <p:nvPr/>
        </p:nvSpPr>
        <p:spPr>
          <a:xfrm>
            <a:off x="322602" y="436352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Мы производим детали из:</a:t>
            </a:r>
          </a:p>
          <a:p>
            <a:r>
              <a:rPr lang="ru-RU" dirty="0" smtClean="0"/>
              <a:t>металла, пластика, оргстекла, стекла  (простое и закалённое), РТИ,</a:t>
            </a:r>
          </a:p>
          <a:p>
            <a:r>
              <a:rPr lang="ru-RU" dirty="0" smtClean="0"/>
              <a:t>изготавливаем полотна для мясных пил, производим заточку ножей для мясорубок, предлагаем ножи для хлеборезок - Добавим фото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07869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038574"/>
              </p:ext>
            </p:extLst>
          </p:nvPr>
        </p:nvGraphicFramePr>
        <p:xfrm>
          <a:off x="0" y="0"/>
          <a:ext cx="12060114" cy="734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0038">
                  <a:extLst>
                    <a:ext uri="{9D8B030D-6E8A-4147-A177-3AD203B41FA5}">
                      <a16:colId xmlns:a16="http://schemas.microsoft.com/office/drawing/2014/main" val="2443147542"/>
                    </a:ext>
                  </a:extLst>
                </a:gridCol>
                <a:gridCol w="4020038">
                  <a:extLst>
                    <a:ext uri="{9D8B030D-6E8A-4147-A177-3AD203B41FA5}">
                      <a16:colId xmlns:a16="http://schemas.microsoft.com/office/drawing/2014/main" val="2022952622"/>
                    </a:ext>
                  </a:extLst>
                </a:gridCol>
                <a:gridCol w="4020038">
                  <a:extLst>
                    <a:ext uri="{9D8B030D-6E8A-4147-A177-3AD203B41FA5}">
                      <a16:colId xmlns:a16="http://schemas.microsoft.com/office/drawing/2014/main" val="2309230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Ремонт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Изготовление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Обслуживание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85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ремонтные работы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продажа з/ч ( в наличии и под заказ)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сервисное обслуживание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1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ремонт  лентопротяжных механизмов для кассовых боксов (механика, автоматика)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изготовление </a:t>
                      </a:r>
                      <a:r>
                        <a:rPr lang="ru-RU" dirty="0" err="1" smtClean="0"/>
                        <a:t>ТЭНов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подключение технологического и производственного оборудования:</a:t>
                      </a:r>
                    </a:p>
                    <a:p>
                      <a:r>
                        <a:rPr lang="en-US" dirty="0" smtClean="0"/>
                        <a:t>ORWAK, </a:t>
                      </a:r>
                      <a:r>
                        <a:rPr lang="en-US" dirty="0" err="1" smtClean="0"/>
                        <a:t>Bramidan</a:t>
                      </a:r>
                      <a:r>
                        <a:rPr lang="en-US" dirty="0" smtClean="0"/>
                        <a:t>, JAC, </a:t>
                      </a:r>
                      <a:r>
                        <a:rPr lang="en-US" dirty="0" err="1" smtClean="0"/>
                        <a:t>Modial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Forni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Bongarg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Ubert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Unox</a:t>
                      </a:r>
                      <a:r>
                        <a:rPr lang="en-US" dirty="0" smtClean="0"/>
                        <a:t>, Rational, </a:t>
                      </a:r>
                      <a:r>
                        <a:rPr lang="en-US" dirty="0" err="1" smtClean="0"/>
                        <a:t>Sikom</a:t>
                      </a:r>
                      <a:r>
                        <a:rPr lang="en-US" dirty="0" smtClean="0"/>
                        <a:t>, Robot Coup, GAM, Conti, ABAT,</a:t>
                      </a:r>
                    </a:p>
                    <a:p>
                      <a:r>
                        <a:rPr lang="en-US" dirty="0" err="1" smtClean="0"/>
                        <a:t>Alpatech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Lainox</a:t>
                      </a:r>
                      <a:r>
                        <a:rPr lang="en-US" dirty="0" smtClean="0"/>
                        <a:t>, KitchenAid, Z </a:t>
                      </a:r>
                      <a:r>
                        <a:rPr lang="en-US" dirty="0" err="1" smtClean="0"/>
                        <a:t>Matik</a:t>
                      </a:r>
                      <a:r>
                        <a:rPr lang="en-US" dirty="0" smtClean="0"/>
                        <a:t>, </a:t>
                      </a:r>
                      <a:r>
                        <a:rPr lang="ru-RU" dirty="0" smtClean="0"/>
                        <a:t>КТ.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78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ремонт и обслуживание торговых аквариумов и витрин для раков - систем подачи воздуха, воды, холодильных установок, замена песка в фильтре, химическая обработка аквариума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изготовление </a:t>
                      </a:r>
                      <a:r>
                        <a:rPr lang="ru-RU" dirty="0" err="1" smtClean="0"/>
                        <a:t>транспортёрных</a:t>
                      </a:r>
                      <a:r>
                        <a:rPr lang="ru-RU" dirty="0" smtClean="0"/>
                        <a:t> лент (тестораскаточные машины , </a:t>
                      </a:r>
                      <a:r>
                        <a:rPr lang="ru-RU" dirty="0" err="1" smtClean="0"/>
                        <a:t>багетницы</a:t>
                      </a:r>
                      <a:r>
                        <a:rPr lang="ru-RU" dirty="0" smtClean="0"/>
                        <a:t>, кассовые боксы и др.)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426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изготовление з/ч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004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Мы производим детали из:</a:t>
                      </a:r>
                    </a:p>
                    <a:p>
                      <a:r>
                        <a:rPr lang="ru-RU" dirty="0" smtClean="0"/>
                        <a:t>металла, пластика, оргстекла, стекла  (простое и закалённое), РТИ,</a:t>
                      </a:r>
                    </a:p>
                    <a:p>
                      <a:r>
                        <a:rPr lang="ru-RU" dirty="0" smtClean="0"/>
                        <a:t>изготавливаем полотна для мясных пил, производим заточку ножей для мясорубок, предлагаем ножи для хлеборезок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175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92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826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6850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241</Words>
  <Application>Microsoft Office PowerPoint</Application>
  <PresentationFormat>Широкоэкранный</PresentationFormat>
  <Paragraphs>32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Daniil Nikolaev</dc:creator>
  <cp:lastModifiedBy>Daniil Nikolaev</cp:lastModifiedBy>
  <cp:revision>2</cp:revision>
  <dcterms:created xsi:type="dcterms:W3CDTF">2021-11-16T23:35:22Z</dcterms:created>
  <dcterms:modified xsi:type="dcterms:W3CDTF">2021-11-17T01:53:16Z</dcterms:modified>
</cp:coreProperties>
</file>